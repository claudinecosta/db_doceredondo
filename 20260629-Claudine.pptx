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A39C4-6744-4373-A8A3-F010039CF648}" v="7" dt="2026-06-29T00:19:29.176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 BRANCO GONCALVES" userId="S::lucas.rbgoncalves@senacsp.edu.br::e333823d-9e8d-400e-89ec-640daa6bdee7" providerId="AD" clId="Web-{5869AED6-2291-8616-1DC2-C3DE1C3809F1}"/>
    <pc:docChg chg="modSld">
      <pc:chgData name="LUCAS RIO BRANCO GONCALVES" userId="S::lucas.rbgoncalves@senacsp.edu.br::e333823d-9e8d-400e-89ec-640daa6bdee7" providerId="AD" clId="Web-{5869AED6-2291-8616-1DC2-C3DE1C3809F1}" dt="2026-06-25T14:18:14.561" v="0"/>
      <pc:docMkLst>
        <pc:docMk/>
      </pc:docMkLst>
    </pc:docChg>
  </pc:docChgLst>
  <pc:docChgLst>
    <pc:chgData name="FERNANDA FEIJO MASCHETI" userId="3b5fc639-18de-4d41-8450-c10a405de25b" providerId="ADAL" clId="{BC627C21-9DB4-4E06-BAFD-8FE82EAE94D7}"/>
    <pc:docChg chg="undo custSel addSld delSld modSld sldOrd">
      <pc:chgData name="FERNANDA FEIJO MASCHETI" userId="3b5fc639-18de-4d41-8450-c10a405de25b" providerId="ADAL" clId="{BC627C21-9DB4-4E06-BAFD-8FE82EAE94D7}" dt="2026-06-23T10:53:54.038" v="778" actId="20577"/>
      <pc:docMkLst>
        <pc:docMk/>
      </pc:docMkLst>
      <pc:sldChg chg="modSp mod setBg">
        <pc:chgData name="FERNANDA FEIJO MASCHETI" userId="3b5fc639-18de-4d41-8450-c10a405de25b" providerId="ADAL" clId="{BC627C21-9DB4-4E06-BAFD-8FE82EAE94D7}" dt="2026-06-23T10:22:48.643" v="2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BC627C21-9DB4-4E06-BAFD-8FE82EAE94D7}" dt="2026-06-23T10:22:48.643" v="2" actId="207"/>
          <ac:spMkLst>
            <pc:docMk/>
            <pc:sldMk cId="3418876810" sldId="256"/>
            <ac:spMk id="2" creationId="{3D1E4C3B-42A8-809F-BC4B-03E535910678}"/>
          </ac:spMkLst>
        </pc:spChg>
      </pc:sldChg>
    </pc:docChg>
  </pc:docChgLst>
  <pc:docChgLst>
    <pc:chgData name="LUIZ OSCAR DA COSTA" userId="S::luiz.ocosta@senacsp.edu.br::f5c6879b-bde5-465b-8bf6-5bb901cfeb36" providerId="AD" clId="Web-{C5B0415D-0302-A794-39D2-9398722F0B01}"/>
    <pc:docChg chg="modSld">
      <pc:chgData name="LUIZ OSCAR DA COSTA" userId="S::luiz.ocosta@senacsp.edu.br::f5c6879b-bde5-465b-8bf6-5bb901cfeb36" providerId="AD" clId="Web-{C5B0415D-0302-A794-39D2-9398722F0B01}" dt="2026-06-10T14:58:39.257" v="15" actId="20577"/>
      <pc:docMkLst>
        <pc:docMk/>
      </pc:docMkLst>
    </pc:docChg>
  </pc:docChgLst>
  <pc:docChgLst>
    <pc:chgData name="FERNANDA FEIJO MASCHETI" userId="S::fernanda.fmascheti@senacsp.edu.br::3b5fc639-18de-4d41-8450-c10a405de25b" providerId="AD" clId="Web-{195F7811-9176-65E8-0064-2DE8C382D3E6}"/>
    <pc:docChg chg="modSld">
      <pc:chgData name="FERNANDA FEIJO MASCHETI" userId="S::fernanda.fmascheti@senacsp.edu.br::3b5fc639-18de-4d41-8450-c10a405de25b" providerId="AD" clId="Web-{195F7811-9176-65E8-0064-2DE8C382D3E6}" dt="2026-06-25T12:04:15.823" v="0"/>
      <pc:docMkLst>
        <pc:docMk/>
      </pc:docMkLst>
    </pc:docChg>
  </pc:docChgLst>
  <pc:docChgLst>
    <pc:chgData name="FERNANDA FEIJO MASCHETI" userId="3b5fc639-18de-4d41-8450-c10a405de25b" providerId="ADAL" clId="{D3F52984-DB93-4410-8E49-849A77E2AEF7}"/>
    <pc:docChg chg="undo custSel addSld delSld modSld sldOrd">
      <pc:chgData name="FERNANDA FEIJO MASCHETI" userId="3b5fc639-18de-4d41-8450-c10a405de25b" providerId="ADAL" clId="{D3F52984-DB93-4410-8E49-849A77E2AEF7}" dt="2026-06-25T13:23:25.358" v="2371" actId="20577"/>
      <pc:docMkLst>
        <pc:docMk/>
      </pc:docMkLst>
      <pc:sldChg chg="modSp mod">
        <pc:chgData name="FERNANDA FEIJO MASCHETI" userId="3b5fc639-18de-4d41-8450-c10a405de25b" providerId="ADAL" clId="{D3F52984-DB93-4410-8E49-849A77E2AEF7}" dt="2026-06-23T11:10:47.972" v="2240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D3F52984-DB93-4410-8E49-849A77E2AEF7}" dt="2026-06-23T11:10:47.972" v="2240" actId="207"/>
          <ac:spMkLst>
            <pc:docMk/>
            <pc:sldMk cId="3418876810" sldId="256"/>
            <ac:spMk id="7" creationId="{A71CA0CD-84FD-2105-7A50-2F302F471B47}"/>
          </ac:spMkLst>
        </pc:spChg>
      </pc:sldChg>
    </pc:docChg>
  </pc:docChgLst>
  <pc:docChgLst>
    <pc:chgData name="FERNANDA FEIJO MASCHETI" userId="3b5fc639-18de-4d41-8450-c10a405de25b" providerId="ADAL" clId="{EB95E8B9-D5D8-4054-8D78-616B112FE35B}"/>
    <pc:docChg chg="undo custSel addSld delSld modSld sldOrd">
      <pc:chgData name="FERNANDA FEIJO MASCHETI" userId="3b5fc639-18de-4d41-8450-c10a405de25b" providerId="ADAL" clId="{EB95E8B9-D5D8-4054-8D78-616B112FE35B}" dt="2026-06-29T00:20:29.877" v="12619" actId="403"/>
      <pc:docMkLst>
        <pc:docMk/>
      </pc:docMkLst>
      <pc:sldChg chg="addSp delSp modSp new mod">
        <pc:chgData name="FERNANDA FEIJO MASCHETI" userId="3b5fc639-18de-4d41-8450-c10a405de25b" providerId="ADAL" clId="{EB95E8B9-D5D8-4054-8D78-616B112FE35B}" dt="2026-06-29T00:14:50.766" v="12107" actId="20577"/>
        <pc:sldMkLst>
          <pc:docMk/>
          <pc:sldMk cId="3418876810" sldId="256"/>
        </pc:sldMkLst>
        <pc:spChg chg="mod">
          <ac:chgData name="FERNANDA FEIJO MASCHETI" userId="3b5fc639-18de-4d41-8450-c10a405de25b" providerId="ADAL" clId="{EB95E8B9-D5D8-4054-8D78-616B112FE35B}" dt="2026-06-29T00:14:45.896" v="12097" actId="20577"/>
          <ac:spMkLst>
            <pc:docMk/>
            <pc:sldMk cId="3418876810" sldId="256"/>
            <ac:spMk id="2" creationId="{3D1E4C3B-42A8-809F-BC4B-03E535910678}"/>
          </ac:spMkLst>
        </pc:spChg>
        <pc:spChg chg="mod">
          <ac:chgData name="FERNANDA FEIJO MASCHETI" userId="3b5fc639-18de-4d41-8450-c10a405de25b" providerId="ADAL" clId="{EB95E8B9-D5D8-4054-8D78-616B112FE35B}" dt="2026-06-29T00:14:50.766" v="12107" actId="20577"/>
          <ac:spMkLst>
            <pc:docMk/>
            <pc:sldMk cId="3418876810" sldId="256"/>
            <ac:spMk id="7" creationId="{A71CA0CD-84FD-2105-7A50-2F302F471B47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6:27.017" v="12173" actId="20577"/>
        <pc:sldMkLst>
          <pc:docMk/>
          <pc:sldMk cId="2799583834" sldId="257"/>
        </pc:sldMkLst>
        <pc:spChg chg="mod">
          <ac:chgData name="FERNANDA FEIJO MASCHETI" userId="3b5fc639-18de-4d41-8450-c10a405de25b" providerId="ADAL" clId="{EB95E8B9-D5D8-4054-8D78-616B112FE35B}" dt="2026-06-29T00:16:16.952" v="12138" actId="20577"/>
          <ac:spMkLst>
            <pc:docMk/>
            <pc:sldMk cId="2799583834" sldId="257"/>
            <ac:spMk id="2" creationId="{B13A2B56-1900-20BF-5AB9-5A677077F844}"/>
          </ac:spMkLst>
        </pc:spChg>
        <pc:spChg chg="mod">
          <ac:chgData name="FERNANDA FEIJO MASCHETI" userId="3b5fc639-18de-4d41-8450-c10a405de25b" providerId="ADAL" clId="{EB95E8B9-D5D8-4054-8D78-616B112FE35B}" dt="2026-06-29T00:16:27.017" v="12173" actId="20577"/>
          <ac:spMkLst>
            <pc:docMk/>
            <pc:sldMk cId="2799583834" sldId="257"/>
            <ac:spMk id="3" creationId="{688C8E59-FB0F-5A80-C4AC-8538B6CEF1AF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7:55.925" v="12362" actId="113"/>
        <pc:sldMkLst>
          <pc:docMk/>
          <pc:sldMk cId="1844253624" sldId="258"/>
        </pc:sldMkLst>
        <pc:spChg chg="mod">
          <ac:chgData name="FERNANDA FEIJO MASCHETI" userId="3b5fc639-18de-4d41-8450-c10a405de25b" providerId="ADAL" clId="{EB95E8B9-D5D8-4054-8D78-616B112FE35B}" dt="2026-06-29T00:16:46.072" v="12199" actId="20577"/>
          <ac:spMkLst>
            <pc:docMk/>
            <pc:sldMk cId="1844253624" sldId="258"/>
            <ac:spMk id="2" creationId="{ECEBB52B-94F0-2FF9-F537-F8C23DE9B4CA}"/>
          </ac:spMkLst>
        </pc:spChg>
        <pc:spChg chg="mod">
          <ac:chgData name="FERNANDA FEIJO MASCHETI" userId="3b5fc639-18de-4d41-8450-c10a405de25b" providerId="ADAL" clId="{EB95E8B9-D5D8-4054-8D78-616B112FE35B}" dt="2026-06-29T00:17:55.925" v="12362" actId="113"/>
          <ac:spMkLst>
            <pc:docMk/>
            <pc:sldMk cId="1844253624" sldId="258"/>
            <ac:spMk id="3" creationId="{8425BCA1-4D2B-E57A-5CE4-031C31809356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8:48.711" v="12419" actId="20577"/>
        <pc:sldMkLst>
          <pc:docMk/>
          <pc:sldMk cId="2924147060" sldId="259"/>
        </pc:sldMkLst>
        <pc:spChg chg="mod">
          <ac:chgData name="FERNANDA FEIJO MASCHETI" userId="3b5fc639-18de-4d41-8450-c10a405de25b" providerId="ADAL" clId="{EB95E8B9-D5D8-4054-8D78-616B112FE35B}" dt="2026-06-29T00:18:28.478" v="12393" actId="20577"/>
          <ac:spMkLst>
            <pc:docMk/>
            <pc:sldMk cId="2924147060" sldId="259"/>
            <ac:spMk id="2" creationId="{1A98C204-5479-FFC4-30C5-95727502CDC6}"/>
          </ac:spMkLst>
        </pc:spChg>
        <pc:spChg chg="mod">
          <ac:chgData name="FERNANDA FEIJO MASCHETI" userId="3b5fc639-18de-4d41-8450-c10a405de25b" providerId="ADAL" clId="{EB95E8B9-D5D8-4054-8D78-616B112FE35B}" dt="2026-06-29T00:18:48.711" v="12419" actId="20577"/>
          <ac:spMkLst>
            <pc:docMk/>
            <pc:sldMk cId="2924147060" sldId="259"/>
            <ac:spMk id="3" creationId="{11E51343-9EEA-E0FE-0549-E4A3D52F9590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05.505" v="12431" actId="20577"/>
        <pc:sldMkLst>
          <pc:docMk/>
          <pc:sldMk cId="338130628" sldId="260"/>
        </pc:sldMkLst>
        <pc:spChg chg="mod">
          <ac:chgData name="FERNANDA FEIJO MASCHETI" userId="3b5fc639-18de-4d41-8450-c10a405de25b" providerId="ADAL" clId="{EB95E8B9-D5D8-4054-8D78-616B112FE35B}" dt="2026-06-29T00:19:05.505" v="12431" actId="20577"/>
          <ac:spMkLst>
            <pc:docMk/>
            <pc:sldMk cId="338130628" sldId="260"/>
            <ac:spMk id="2" creationId="{FD9FB598-BE0D-7261-47FB-CDA44BEFEA5C}"/>
          </ac:spMkLst>
        </pc:spChg>
        <pc:spChg chg="mod">
          <ac:chgData name="FERNANDA FEIJO MASCHETI" userId="3b5fc639-18de-4d41-8450-c10a405de25b" providerId="ADAL" clId="{EB95E8B9-D5D8-4054-8D78-616B112FE35B}" dt="2026-06-29T00:18:59.944" v="12425"/>
          <ac:spMkLst>
            <pc:docMk/>
            <pc:sldMk cId="338130628" sldId="260"/>
            <ac:spMk id="3" creationId="{78FB6C7D-CC3A-E8B9-7054-F0942892E0EF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29.176" v="12435"/>
        <pc:sldMkLst>
          <pc:docMk/>
          <pc:sldMk cId="553678365" sldId="261"/>
        </pc:sldMkLst>
        <pc:spChg chg="mod">
          <ac:chgData name="FERNANDA FEIJO MASCHETI" userId="3b5fc639-18de-4d41-8450-c10a405de25b" providerId="ADAL" clId="{EB95E8B9-D5D8-4054-8D78-616B112FE35B}" dt="2026-06-29T00:19:20.232" v="12434"/>
          <ac:spMkLst>
            <pc:docMk/>
            <pc:sldMk cId="553678365" sldId="261"/>
            <ac:spMk id="2" creationId="{3D4D774D-10BD-BD47-7560-603D71483E8E}"/>
          </ac:spMkLst>
        </pc:spChg>
        <pc:spChg chg="mod">
          <ac:chgData name="FERNANDA FEIJO MASCHETI" userId="3b5fc639-18de-4d41-8450-c10a405de25b" providerId="ADAL" clId="{EB95E8B9-D5D8-4054-8D78-616B112FE35B}" dt="2026-06-29T00:19:29.176" v="12435"/>
          <ac:spMkLst>
            <pc:docMk/>
            <pc:sldMk cId="553678365" sldId="261"/>
            <ac:spMk id="3" creationId="{46CD7F99-C1F2-3104-F02D-5811778C2B53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20:29.877" v="12619" actId="403"/>
        <pc:sldMkLst>
          <pc:docMk/>
          <pc:sldMk cId="2531769514" sldId="262"/>
        </pc:sldMkLst>
        <pc:spChg chg="mod">
          <ac:chgData name="FERNANDA FEIJO MASCHETI" userId="3b5fc639-18de-4d41-8450-c10a405de25b" providerId="ADAL" clId="{EB95E8B9-D5D8-4054-8D78-616B112FE35B}" dt="2026-06-29T00:19:48.932" v="12484" actId="20577"/>
          <ac:spMkLst>
            <pc:docMk/>
            <pc:sldMk cId="2531769514" sldId="262"/>
            <ac:spMk id="2" creationId="{4B92F934-7B04-7BA4-6ECD-620852E05BBB}"/>
          </ac:spMkLst>
        </pc:spChg>
        <pc:spChg chg="mod">
          <ac:chgData name="FERNANDA FEIJO MASCHETI" userId="3b5fc639-18de-4d41-8450-c10a405de25b" providerId="ADAL" clId="{EB95E8B9-D5D8-4054-8D78-616B112FE35B}" dt="2026-06-29T00:20:29.877" v="12619" actId="403"/>
          <ac:spMkLst>
            <pc:docMk/>
            <pc:sldMk cId="2531769514" sldId="262"/>
            <ac:spMk id="3" creationId="{89484FAC-F20B-9D83-9E52-2E8A4B1FA2B7}"/>
          </ac:spMkLst>
        </pc:spChg>
      </pc:sldChg>
      <pc:sldChg chg="delSp modSp add del mod modNotesTx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202633143" sldId="451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036700608" sldId="452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017997065" sldId="453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46439669" sldId="454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752334" sldId="456"/>
        </pc:sldMkLst>
      </pc:sldChg>
      <pc:sldChg chg="modSp add del mod or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9200802" sldId="457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4656033" sldId="458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648403372" sldId="459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313616844" sldId="460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781599071" sldId="461"/>
        </pc:sldMkLst>
      </pc:sldChg>
      <pc:sldChg chg="modSp new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75422408" sldId="462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26801019" sldId="463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744036260" sldId="464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536693044" sldId="4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6798-C93F-40F4-9087-229740BD2D6F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04DF-6BF7-439F-B039-1DA551C7D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8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1CE59-DF04-E40A-EE5F-838075F15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F26EC-8E41-A274-3867-9FC03832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DBA1B-C238-D09B-A749-FA924082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D8B6E-8FBA-EB5E-D499-9EC980FE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525E0D-9BFB-A8FB-8D35-92AA65C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68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A11AD-B451-8AEB-BAAD-3B3BCB60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64230-9F5B-C6F3-2E73-FCB780F0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E0EE7-863B-0810-12A8-65791E7B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024913-97E5-ED50-87B9-C7146C31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FFD4-55E6-84AE-85A5-465574E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6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50F6A-6A43-EC2A-55E5-4C2F185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FDFC1-76B1-7D66-F58A-B8C88BCB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26ED7-D9CA-8B87-B1BE-B3DB1D9D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445567-EFC3-B23D-F8B2-2BB802E8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51AA8-CA28-E435-E50E-6FD3A989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50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274CF-A11C-9922-BECB-77F27512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15EB6-DE8A-3B5F-532B-D5DC569C6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03DCC-24F2-0F07-8D68-23C35FAB1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C157F-B40B-B147-0F9C-FC1D59AB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F290EC-7CC4-B70A-9D50-1DEBDD87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75A1A-3F87-FC98-DE51-1432F28C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4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C4C0E-2A51-6911-E34A-F48B1DC3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5207AA-40E5-6BC8-1947-EEDE0AFFA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208C6C-8701-DBF0-4B18-5B340F79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EE8BEF-0566-3456-A9E7-FB18F37EF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A8995-1796-F912-7861-8CF036B1A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33956A-721A-33D4-2565-95DC366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9D9BC9-DC60-76C0-1F70-8A2DF05F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2DAFE2-9E03-7580-2837-638FECA5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5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58895-54BC-7ADA-3082-87717FB2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479FCE-382B-C946-386F-7FD2B5EF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416E23-F292-172A-D007-9BACC30B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C8923A-C0AC-A89D-337F-93FBB879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35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E3DC9D-3153-EB1F-FA49-B8C97A0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C8080-AD17-1243-8693-7263C74A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948B4-D16E-852B-135D-1ADF4E2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1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82FE-C288-F7BF-5A53-D229C038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0AD99-550F-390C-A55F-73AB212E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D2D1E8-6FBB-6292-F265-B8CF9DC78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6A624-61AC-EE0F-BA91-72868AE4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BBFF98-5A86-FC92-5D80-73F59DCF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5440F0-82AE-7BD5-F38C-0ED2512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87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A8D6D-6C25-A75E-25A7-C3D0A2C2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C39273-FE12-430E-F935-BBBCBD52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9A0CB7-E3F5-E3BB-72C8-67C17ADC9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DDA2C-A973-1446-C1B0-472795BA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435825-38E5-F1FD-93F5-B248FA28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5849AB-87E7-A5DE-A5AF-2BA7D129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0CBE-1D21-B20B-264C-A61A06D1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EF531B-5101-7595-01E1-63D3E701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0D74B-AEC7-9C8C-EF73-CAC3FC39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42F73-CDF8-A4C9-2DC7-0897D883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8B109-B589-DC46-B482-D010712C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8B553-75A6-FAFF-2456-1AA02CBC8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D6C5B5-D42F-83F2-C0A9-FC9BB7AA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D20A4-5E29-C6F8-F0D7-DFD1465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49B7D-2893-5520-0011-96978DFE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251A6-F5ED-C983-E58F-AAD6184E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51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03DF62-F9EC-ACE9-7451-A1125AF7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E8EED1-AC1F-40C4-94A1-4C834C41B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144D2-B696-24D1-A185-38484A29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1B27E-E937-640B-A248-32059592F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EE172-9A53-1413-0C3D-A79EB959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E4C3B-42A8-809F-BC4B-03E53591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490" y="2235200"/>
            <a:ext cx="9685020" cy="2387600"/>
          </a:xfrm>
        </p:spPr>
        <p:txBody>
          <a:bodyPr anchor="ctr">
            <a:norm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O banco de dados da empresa </a:t>
            </a:r>
            <a:br>
              <a:rPr lang="pt-BR" sz="4000" b="1" dirty="0">
                <a:solidFill>
                  <a:schemeClr val="bg1"/>
                </a:solidFill>
              </a:rPr>
            </a:br>
            <a:r>
              <a:rPr lang="pt-BR" sz="6600" b="1" dirty="0">
                <a:solidFill>
                  <a:srgbClr val="7030A0"/>
                </a:solidFill>
              </a:rPr>
              <a:t>Doce Redondo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1CA0CD-84FD-2105-7A50-2F302F471B47}"/>
              </a:ext>
            </a:extLst>
          </p:cNvPr>
          <p:cNvSpPr txBox="1"/>
          <p:nvPr/>
        </p:nvSpPr>
        <p:spPr>
          <a:xfrm>
            <a:off x="514864" y="6167393"/>
            <a:ext cx="227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[ Claudine Costa ]</a:t>
            </a:r>
          </a:p>
        </p:txBody>
      </p:sp>
    </p:spTree>
    <p:extLst>
      <p:ext uri="{BB962C8B-B14F-4D97-AF65-F5344CB8AC3E}">
        <p14:creationId xmlns:p14="http://schemas.microsoft.com/office/powerpoint/2010/main" val="341887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A2B56-1900-20BF-5AB9-5A677077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38" y="1018078"/>
            <a:ext cx="7537939" cy="914192"/>
          </a:xfrm>
        </p:spPr>
        <p:txBody>
          <a:bodyPr>
            <a:normAutofit fontScale="90000"/>
          </a:bodyPr>
          <a:lstStyle/>
          <a:p>
            <a:r>
              <a:rPr lang="en-US" dirty="0"/>
              <a:t>Doce Redondo        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8C8E59-FB0F-5A80-C4AC-8538B6CEF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22105"/>
            <a:ext cx="10515600" cy="3167546"/>
          </a:xfrm>
        </p:spPr>
        <p:txBody>
          <a:bodyPr>
            <a:normAutofit/>
          </a:bodyPr>
          <a:lstStyle/>
          <a:p>
            <a:r>
              <a:rPr lang="en-US" b="1" dirty="0"/>
              <a:t>	A </a:t>
            </a:r>
            <a:r>
              <a:rPr lang="en-US" b="1" dirty="0" err="1"/>
              <a:t>doceria</a:t>
            </a:r>
            <a:r>
              <a:rPr lang="en-US" b="1" dirty="0"/>
              <a:t> Doce Redondo, é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loja</a:t>
            </a:r>
            <a:r>
              <a:rPr lang="en-US" b="1" dirty="0"/>
              <a:t> </a:t>
            </a:r>
            <a:r>
              <a:rPr lang="en-US" b="1" dirty="0" err="1"/>
              <a:t>fisica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oferece</a:t>
            </a:r>
            <a:r>
              <a:rPr lang="en-US" b="1" dirty="0"/>
              <a:t> a </a:t>
            </a:r>
            <a:r>
              <a:rPr lang="en-US" b="1" dirty="0" err="1"/>
              <a:t>venda</a:t>
            </a:r>
            <a:r>
              <a:rPr lang="en-US" b="1" dirty="0"/>
              <a:t> de donuts de </a:t>
            </a:r>
            <a:r>
              <a:rPr lang="en-US" b="1" dirty="0" err="1"/>
              <a:t>diversos</a:t>
            </a:r>
            <a:r>
              <a:rPr lang="en-US" b="1" dirty="0"/>
              <a:t> </a:t>
            </a:r>
            <a:r>
              <a:rPr lang="en-US" b="1" dirty="0" err="1"/>
              <a:t>sabores</a:t>
            </a:r>
            <a:r>
              <a:rPr lang="en-US" b="1" dirty="0"/>
              <a:t> e </a:t>
            </a:r>
            <a:r>
              <a:rPr lang="en-US" b="1" dirty="0" err="1"/>
              <a:t>bebidas</a:t>
            </a:r>
            <a:r>
              <a:rPr lang="en-US" b="1" dirty="0"/>
              <a:t> </a:t>
            </a:r>
            <a:r>
              <a:rPr lang="en-US" b="1" dirty="0" err="1"/>
              <a:t>diversificadas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seu</a:t>
            </a:r>
            <a:r>
              <a:rPr lang="en-US" b="1" dirty="0"/>
              <a:t> </a:t>
            </a:r>
            <a:r>
              <a:rPr lang="en-US" b="1" dirty="0" err="1"/>
              <a:t>estabelecimento</a:t>
            </a:r>
            <a:r>
              <a:rPr lang="en-US" b="1" dirty="0"/>
              <a:t> </a:t>
            </a:r>
            <a:r>
              <a:rPr lang="en-US" b="1" dirty="0" err="1"/>
              <a:t>comercial</a:t>
            </a:r>
            <a:r>
              <a:rPr lang="en-US" b="1" dirty="0"/>
              <a:t>.</a:t>
            </a:r>
          </a:p>
          <a:p>
            <a:r>
              <a:rPr lang="en-US" b="1" dirty="0"/>
              <a:t>	O Sistema Doce Redondo, </a:t>
            </a:r>
            <a:r>
              <a:rPr lang="en-US" b="1" dirty="0" err="1"/>
              <a:t>foi</a:t>
            </a:r>
            <a:r>
              <a:rPr lang="en-US" b="1" dirty="0"/>
              <a:t> </a:t>
            </a:r>
            <a:r>
              <a:rPr lang="en-US" b="1" dirty="0" err="1"/>
              <a:t>desenvolvido</a:t>
            </a:r>
            <a:r>
              <a:rPr lang="en-US" b="1" dirty="0"/>
              <a:t>  </a:t>
            </a:r>
            <a:r>
              <a:rPr lang="en-US" b="1" dirty="0" err="1"/>
              <a:t>em</a:t>
            </a:r>
            <a:r>
              <a:rPr lang="en-US" b="1" dirty="0"/>
              <a:t> banco </a:t>
            </a:r>
            <a:r>
              <a:rPr lang="en-US" b="1" dirty="0" err="1"/>
              <a:t>relacional</a:t>
            </a:r>
            <a:r>
              <a:rPr lang="en-US" b="1" dirty="0"/>
              <a:t> </a:t>
            </a:r>
            <a:r>
              <a:rPr lang="en-US" b="1" dirty="0" err="1"/>
              <a:t>MySql</a:t>
            </a:r>
            <a:r>
              <a:rPr lang="en-US" b="1" dirty="0"/>
              <a:t>,  </a:t>
            </a:r>
            <a:r>
              <a:rPr lang="en-US" b="1" dirty="0" err="1"/>
              <a:t>garantindo</a:t>
            </a:r>
            <a:r>
              <a:rPr lang="en-US" b="1" dirty="0"/>
              <a:t> </a:t>
            </a:r>
            <a:r>
              <a:rPr lang="en-US" b="1" dirty="0" err="1"/>
              <a:t>gestão</a:t>
            </a:r>
            <a:r>
              <a:rPr lang="en-US" b="1" dirty="0"/>
              <a:t> e </a:t>
            </a:r>
            <a:r>
              <a:rPr lang="en-US" b="1" dirty="0" err="1"/>
              <a:t>controle</a:t>
            </a:r>
            <a:r>
              <a:rPr lang="en-US" b="1" dirty="0"/>
              <a:t> </a:t>
            </a:r>
            <a:r>
              <a:rPr lang="en-US" b="1" dirty="0" err="1"/>
              <a:t>atraves</a:t>
            </a:r>
            <a:r>
              <a:rPr lang="en-US" b="1" dirty="0"/>
              <a:t> das </a:t>
            </a:r>
            <a:r>
              <a:rPr lang="en-US" b="1" dirty="0" err="1"/>
              <a:t>tres</a:t>
            </a:r>
            <a:r>
              <a:rPr lang="en-US" b="1" dirty="0"/>
              <a:t> </a:t>
            </a:r>
            <a:r>
              <a:rPr lang="en-US" b="1" dirty="0" err="1"/>
              <a:t>tabelas</a:t>
            </a:r>
            <a:r>
              <a:rPr lang="en-US" b="1" dirty="0"/>
              <a:t> </a:t>
            </a:r>
            <a:r>
              <a:rPr lang="en-US" b="1" dirty="0" err="1"/>
              <a:t>principais</a:t>
            </a:r>
            <a:r>
              <a:rPr lang="en-US" b="1" dirty="0"/>
              <a:t>: Pessoa, Item e Registro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21F0960-3034-E134-E016-2B8D3A991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352" y="432513"/>
            <a:ext cx="2921666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8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BB52B-94F0-2FF9-F537-F8C23DE9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As </a:t>
            </a:r>
            <a:r>
              <a:rPr lang="en-US" b="1" dirty="0" err="1">
                <a:solidFill>
                  <a:srgbClr val="FF0000"/>
                </a:solidFill>
              </a:rPr>
              <a:t>entidades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5BCA1-4D2B-E57A-5CE4-031C31809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02969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Pessoa: </a:t>
            </a:r>
            <a:r>
              <a:rPr lang="pt-BR" dirty="0"/>
              <a:t>entidade que guarda dados de clientes e funcionários, permite identificar quem compra e quem vende.</a:t>
            </a:r>
          </a:p>
          <a:p>
            <a:pPr marL="0" indent="0">
              <a:buNone/>
            </a:pPr>
            <a:r>
              <a:rPr lang="pt-BR" dirty="0"/>
              <a:t> </a:t>
            </a:r>
            <a:endParaRPr lang="en-US" dirty="0"/>
          </a:p>
          <a:p>
            <a:r>
              <a:rPr lang="en-US" b="1" dirty="0"/>
              <a:t>Item</a:t>
            </a:r>
            <a:r>
              <a:rPr lang="en-US" dirty="0"/>
              <a:t>: </a:t>
            </a:r>
            <a:r>
              <a:rPr lang="pt-BR" dirty="0"/>
              <a:t>entidade que descreve os produtos a venda, o valor, a </a:t>
            </a:r>
            <a:r>
              <a:rPr lang="pt-BR" dirty="0" err="1"/>
              <a:t>qtde_disponível</a:t>
            </a:r>
            <a:r>
              <a:rPr lang="pt-BR" dirty="0"/>
              <a:t> em estoque, e as características.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Registro: </a:t>
            </a:r>
            <a:r>
              <a:rPr lang="en-US" dirty="0" err="1"/>
              <a:t>entidade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conecta</a:t>
            </a:r>
            <a:r>
              <a:rPr lang="en-US" dirty="0"/>
              <a:t> Pessoa e Item. </a:t>
            </a:r>
            <a:r>
              <a:rPr lang="en-US" dirty="0" err="1"/>
              <a:t>Registra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venda</a:t>
            </a:r>
            <a:r>
              <a:rPr lang="en-US" dirty="0"/>
              <a:t> </a:t>
            </a:r>
            <a:r>
              <a:rPr lang="en-US" dirty="0" err="1"/>
              <a:t>realizada</a:t>
            </a:r>
            <a:r>
              <a:rPr lang="en-US" dirty="0"/>
              <a:t> ( </a:t>
            </a:r>
            <a:r>
              <a:rPr lang="en-US" dirty="0" err="1"/>
              <a:t>data_registro</a:t>
            </a:r>
            <a:r>
              <a:rPr lang="en-US" dirty="0"/>
              <a:t>), </a:t>
            </a:r>
            <a:r>
              <a:rPr lang="en-US" dirty="0" err="1"/>
              <a:t>observação</a:t>
            </a:r>
            <a:r>
              <a:rPr lang="en-US" dirty="0"/>
              <a:t> e </a:t>
            </a:r>
            <a:r>
              <a:rPr lang="en-US" dirty="0" err="1"/>
              <a:t>status_registro</a:t>
            </a:r>
            <a:r>
              <a:rPr lang="en-US" dirty="0"/>
              <a:t>.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535245-353F-E9FB-B508-00FD19E04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213" y="206864"/>
            <a:ext cx="2921666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F4FD-E36A-76DD-48A5-A535C23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8C204-5479-FFC4-30C5-95727502C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5053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UPDATE: </a:t>
            </a:r>
            <a:r>
              <a:rPr lang="pt-BR" dirty="0"/>
              <a:t> </a:t>
            </a:r>
            <a:r>
              <a:rPr lang="pt-BR" dirty="0">
                <a:solidFill>
                  <a:srgbClr val="7030A0"/>
                </a:solidFill>
              </a:rPr>
              <a:t>E se o registro do nome da pessoa foi escrito errado ?</a:t>
            </a:r>
            <a:endParaRPr lang="pt-BR" b="1" dirty="0">
              <a:solidFill>
                <a:srgbClr val="7030A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51343-9EEA-E0FE-0549-E4A3D52F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5631"/>
            <a:ext cx="10515600" cy="362133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3300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n"/>
            </a:pPr>
            <a:endParaRPr lang="pt-BR" dirty="0"/>
          </a:p>
          <a:p>
            <a:pPr>
              <a:buFont typeface="Wingdings" panose="05000000000000000000" pitchFamily="2" charset="2"/>
              <a:buChar char="n"/>
            </a:pPr>
            <a:r>
              <a:rPr lang="pt-BR" sz="3300" dirty="0"/>
              <a:t>UPDATE pessoa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pt-BR" sz="3300" dirty="0"/>
              <a:t>SET nome = 'Mario Oliveira’  -- escrito Maria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pt-BR" sz="3300" dirty="0"/>
              <a:t>WHERE </a:t>
            </a:r>
            <a:r>
              <a:rPr lang="pt-BR" sz="3300" dirty="0" err="1"/>
              <a:t>id_pessoa</a:t>
            </a:r>
            <a:r>
              <a:rPr lang="pt-BR" sz="3300" dirty="0"/>
              <a:t> = 2;</a:t>
            </a:r>
          </a:p>
          <a:p>
            <a:pPr>
              <a:buFont typeface="Wingdings" panose="05000000000000000000" pitchFamily="2" charset="2"/>
              <a:buChar char="n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3300" dirty="0"/>
              <a:t>O que mudou no banco depois de executar:   Após executar o comando, o nome foi alterado para Mario Oliveira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F5A8A9-7365-4112-D8BD-9A43A1655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490" y="2596662"/>
            <a:ext cx="2921666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A998-7B05-8A75-3BDF-42E9A6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B598-BE0D-7261-47FB-CDA44BEF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DELETE: 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7030A0"/>
                </a:solidFill>
              </a:rPr>
              <a:t>E se for preciso deletar um </a:t>
            </a:r>
            <a:r>
              <a:rPr lang="pt-BR" dirty="0" err="1">
                <a:solidFill>
                  <a:srgbClr val="7030A0"/>
                </a:solidFill>
              </a:rPr>
              <a:t>ex-funcionario</a:t>
            </a:r>
            <a:r>
              <a:rPr lang="pt-BR" dirty="0">
                <a:solidFill>
                  <a:srgbClr val="7030A0"/>
                </a:solidFill>
              </a:rPr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B6C7D-CC3A-E8B9-7054-F0942892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0831"/>
            <a:ext cx="10515600" cy="310661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pt-BR" sz="4500" dirty="0"/>
              <a:t>Comando SQL: </a:t>
            </a:r>
          </a:p>
          <a:p>
            <a:pPr marL="0" indent="0">
              <a:buNone/>
            </a:pPr>
            <a:endParaRPr lang="pt-BR" sz="4500" dirty="0"/>
          </a:p>
          <a:p>
            <a:pPr marL="0" indent="0">
              <a:buNone/>
            </a:pPr>
            <a:r>
              <a:rPr lang="pt-BR" sz="4500" dirty="0"/>
              <a:t>DELETE FROM pessoa</a:t>
            </a:r>
          </a:p>
          <a:p>
            <a:pPr marL="0" indent="0">
              <a:buNone/>
            </a:pPr>
            <a:r>
              <a:rPr lang="pt-BR" sz="4500" dirty="0"/>
              <a:t>WHERE </a:t>
            </a:r>
            <a:r>
              <a:rPr lang="pt-BR" sz="4500" dirty="0" err="1"/>
              <a:t>id_pessoa</a:t>
            </a:r>
            <a:r>
              <a:rPr lang="pt-BR" sz="4500" dirty="0"/>
              <a:t> = 15;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5500" dirty="0"/>
              <a:t>O que foi removido e por quê fazia sentido remover:  O </a:t>
            </a:r>
            <a:r>
              <a:rPr lang="pt-BR" sz="5500" dirty="0" err="1"/>
              <a:t>id_pessoa</a:t>
            </a:r>
            <a:r>
              <a:rPr lang="pt-BR" sz="5500" dirty="0"/>
              <a:t> 15, corresponde ao atendente Marcelo  Pinto foi removido já que é um ex-funcionário.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F8428C-70A5-9D02-E255-0451DED66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429" y="1690688"/>
            <a:ext cx="2921666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7F6-9ECD-8397-6859-3AA683DA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774D-10BD-BD47-7560-603D7148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ALTER TABLE: 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>
                <a:solidFill>
                  <a:srgbClr val="7030A0"/>
                </a:solidFill>
              </a:rPr>
              <a:t>agora a doceria fara entrega a domicilio e precisa do endereço do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D7F99-C1F2-3104-F02D-5811778C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6652846" cy="45694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sz="7200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5500" dirty="0"/>
              <a:t>ALTER TABLE pessoa</a:t>
            </a:r>
          </a:p>
          <a:p>
            <a:pPr marL="0" indent="0">
              <a:buNone/>
            </a:pPr>
            <a:r>
              <a:rPr lang="pt-BR" sz="5500" dirty="0"/>
              <a:t>ADD logradouro VARCHAR(100),</a:t>
            </a:r>
          </a:p>
          <a:p>
            <a:pPr marL="0" indent="0">
              <a:buNone/>
            </a:pPr>
            <a:r>
              <a:rPr lang="pt-BR" sz="5500" dirty="0"/>
              <a:t>ADD numero VARCHAR(10),</a:t>
            </a:r>
          </a:p>
          <a:p>
            <a:pPr marL="0" indent="0">
              <a:buNone/>
            </a:pPr>
            <a:r>
              <a:rPr lang="pt-BR" sz="5500" dirty="0"/>
              <a:t>ADD complemento VARCHAR(50),</a:t>
            </a:r>
          </a:p>
          <a:p>
            <a:pPr marL="0" indent="0">
              <a:buNone/>
            </a:pPr>
            <a:r>
              <a:rPr lang="pt-BR" sz="5500" dirty="0"/>
              <a:t>ADD bairro VARCHAR(50),</a:t>
            </a:r>
          </a:p>
          <a:p>
            <a:pPr marL="0" indent="0">
              <a:buNone/>
            </a:pPr>
            <a:r>
              <a:rPr lang="pt-BR" sz="5500" dirty="0"/>
              <a:t>ADD cidade VARCHAR(50),</a:t>
            </a:r>
          </a:p>
          <a:p>
            <a:pPr marL="0" indent="0">
              <a:buNone/>
            </a:pPr>
            <a:r>
              <a:rPr lang="pt-BR" sz="5500" dirty="0"/>
              <a:t>ADD estado VARCHAR(2),</a:t>
            </a:r>
          </a:p>
          <a:p>
            <a:pPr marL="0" indent="0">
              <a:buNone/>
            </a:pPr>
            <a:r>
              <a:rPr lang="pt-BR" sz="5500" dirty="0"/>
              <a:t>ADD cep VARCHAR(10);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5600" dirty="0"/>
              <a:t>INSERT INTO pessoa (nome, </a:t>
            </a:r>
            <a:r>
              <a:rPr lang="pt-BR" sz="5600" dirty="0" err="1"/>
              <a:t>email</a:t>
            </a:r>
            <a:r>
              <a:rPr lang="pt-BR" sz="5600" dirty="0"/>
              <a:t>, </a:t>
            </a:r>
            <a:r>
              <a:rPr lang="pt-BR" sz="5600" dirty="0" err="1"/>
              <a:t>data_nascimento</a:t>
            </a:r>
            <a:r>
              <a:rPr lang="pt-BR" sz="5600" dirty="0"/>
              <a:t>, telefone, </a:t>
            </a:r>
            <a:r>
              <a:rPr lang="pt-BR" sz="5600" dirty="0" err="1"/>
              <a:t>status_pessoa</a:t>
            </a:r>
            <a:r>
              <a:rPr lang="pt-BR" sz="5600" dirty="0"/>
              <a:t>, </a:t>
            </a:r>
          </a:p>
          <a:p>
            <a:pPr marL="0" indent="0">
              <a:buNone/>
            </a:pPr>
            <a:r>
              <a:rPr lang="pt-BR" sz="5600" dirty="0"/>
              <a:t>logradouro, numero, complemento, bairro, cidade, estado, cep) VALUES</a:t>
            </a:r>
          </a:p>
          <a:p>
            <a:pPr marL="0" indent="0">
              <a:buNone/>
            </a:pPr>
            <a:r>
              <a:rPr lang="pt-BR" sz="5600" dirty="0"/>
              <a:t>('Ana Silva', 'ana.silva@email.com', '1990-05-12', '11988887777', 'cliente’,</a:t>
            </a:r>
          </a:p>
          <a:p>
            <a:pPr marL="0" indent="0">
              <a:buNone/>
            </a:pPr>
            <a:r>
              <a:rPr lang="pt-BR" sz="5600" dirty="0"/>
              <a:t> 'Rua das Flores', '123', 'Apto 45', 'Centro', 'São Paulo', 'SP', '01000-000’);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dirty="0"/>
              <a:t>SELECT * FROM pessoa;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5F4705-9398-2188-5BA9-C8011C700712}"/>
              </a:ext>
            </a:extLst>
          </p:cNvPr>
          <p:cNvSpPr txBox="1"/>
          <p:nvPr/>
        </p:nvSpPr>
        <p:spPr>
          <a:xfrm>
            <a:off x="7491046" y="1996498"/>
            <a:ext cx="40796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dirty="0"/>
              <a:t>Que necessidade do sistema motivou essa mudança na estrutura: 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dirty="0"/>
              <a:t>A</a:t>
            </a:r>
            <a:r>
              <a:rPr lang="pt-BR" sz="1800" dirty="0"/>
              <a:t> necessidade do registro do endereço completo para a entrega seja realizado na residência do cliente solicitante.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AC9542-186D-8331-DE73-5365C5B95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506" y="4180948"/>
            <a:ext cx="2921666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7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B16C-1CA3-C384-143E-354B4F9E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2F934-7B04-7BA4-6ECD-620852E0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Como </a:t>
            </a:r>
            <a:r>
              <a:rPr lang="en-US" b="1" dirty="0" err="1">
                <a:solidFill>
                  <a:srgbClr val="FF0000"/>
                </a:solidFill>
              </a:rPr>
              <a:t>foi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trabalhar</a:t>
            </a:r>
            <a:r>
              <a:rPr lang="en-US" b="1" dirty="0">
                <a:solidFill>
                  <a:srgbClr val="FF0000"/>
                </a:solidFill>
              </a:rPr>
              <a:t> com a IA?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84FAC-F20B-9D83-9E52-2E8A4B1F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 que você pediu para IA?</a:t>
            </a:r>
          </a:p>
          <a:p>
            <a:r>
              <a:rPr lang="pt-BR" sz="3600" dirty="0"/>
              <a:t>O que ela gerou?</a:t>
            </a:r>
          </a:p>
          <a:p>
            <a:r>
              <a:rPr lang="pt-BR" sz="3600" dirty="0"/>
              <a:t>O que você precisou ajustar ou corrigir?</a:t>
            </a:r>
          </a:p>
          <a:p>
            <a:r>
              <a:rPr lang="pt-BR" sz="3600" dirty="0"/>
              <a:t>O que a IA não conseguiu fazer sozinha?</a:t>
            </a:r>
          </a:p>
        </p:txBody>
      </p:sp>
    </p:spTree>
    <p:extLst>
      <p:ext uri="{BB962C8B-B14F-4D97-AF65-F5344CB8AC3E}">
        <p14:creationId xmlns:p14="http://schemas.microsoft.com/office/powerpoint/2010/main" val="2531769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MInhaPaleta">
      <a:dk1>
        <a:srgbClr val="954F72"/>
      </a:dk1>
      <a:lt1>
        <a:srgbClr val="FFFFFF"/>
      </a:lt1>
      <a:dk2>
        <a:srgbClr val="0029FF"/>
      </a:dk2>
      <a:lt2>
        <a:srgbClr val="F7E9DE"/>
      </a:lt2>
      <a:accent1>
        <a:srgbClr val="0029FF"/>
      </a:accent1>
      <a:accent2>
        <a:srgbClr val="FE470A"/>
      </a:accent2>
      <a:accent3>
        <a:srgbClr val="CFDD2F"/>
      </a:accent3>
      <a:accent4>
        <a:srgbClr val="FF82A9"/>
      </a:accent4>
      <a:accent5>
        <a:srgbClr val="EA631B"/>
      </a:accent5>
      <a:accent6>
        <a:srgbClr val="FFB51F"/>
      </a:accent6>
      <a:hlink>
        <a:srgbClr val="A6171C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69181c0-82b5-4bc1-a120-5b367f1db7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57B6F091042246BF7FDD3A0345BE04" ma:contentTypeVersion="4" ma:contentTypeDescription="Create a new document." ma:contentTypeScope="" ma:versionID="2071f8a0e772f38bbaef40fd0a7cf9c7">
  <xsd:schema xmlns:xsd="http://www.w3.org/2001/XMLSchema" xmlns:xs="http://www.w3.org/2001/XMLSchema" xmlns:p="http://schemas.microsoft.com/office/2006/metadata/properties" xmlns:ns2="869181c0-82b5-4bc1-a120-5b367f1db79a" targetNamespace="http://schemas.microsoft.com/office/2006/metadata/properties" ma:root="true" ma:fieldsID="353d6dd9319aa7b46bde7e61034f9181" ns2:_="">
    <xsd:import namespace="869181c0-82b5-4bc1-a120-5b367f1db79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9181c0-82b5-4bc1-a120-5b367f1db79a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761E8F-081F-457A-AAA8-BF1DE60D6F53}">
  <ds:schemaRefs>
    <ds:schemaRef ds:uri="http://schemas.microsoft.com/office/2006/metadata/properties"/>
    <ds:schemaRef ds:uri="http://schemas.microsoft.com/office/infopath/2007/PartnerControls"/>
    <ds:schemaRef ds:uri="869181c0-82b5-4bc1-a120-5b367f1db79a"/>
  </ds:schemaRefs>
</ds:datastoreItem>
</file>

<file path=customXml/itemProps2.xml><?xml version="1.0" encoding="utf-8"?>
<ds:datastoreItem xmlns:ds="http://schemas.openxmlformats.org/officeDocument/2006/customXml" ds:itemID="{14C63972-6901-481D-8F9A-F9C5AC166C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7F7A91-E6DF-4F97-AFB8-1C67E6A0C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9181c0-82b5-4bc1-a120-5b367f1db7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452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Tema do Office</vt:lpstr>
      <vt:lpstr>O banco de dados da empresa  Doce Redondo</vt:lpstr>
      <vt:lpstr>Doce Redondo        </vt:lpstr>
      <vt:lpstr>As entidades</vt:lpstr>
      <vt:lpstr>UPDATE:  E se o registro do nome da pessoa foi escrito errado ?</vt:lpstr>
      <vt:lpstr>DELETE:  E se for preciso deletar um ex-funcionario ?</vt:lpstr>
      <vt:lpstr>ALTER TABLE:  agora a doceria fara entrega a domicilio e precisa do endereço do cliente</vt:lpstr>
      <vt:lpstr>Como foi trabalhar com a IA?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Feijó Mascheti</dc:creator>
  <cp:lastModifiedBy>CLAUDINE DA CUNHA COSTA</cp:lastModifiedBy>
  <cp:revision>6</cp:revision>
  <dcterms:created xsi:type="dcterms:W3CDTF">2026-05-03T22:21:04Z</dcterms:created>
  <dcterms:modified xsi:type="dcterms:W3CDTF">2026-06-29T14:10:41Z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0x0101000957B6F091042246BF7FDD3A0345BE04</vt:lpwstr>
  </property>
</Properties>
</file>